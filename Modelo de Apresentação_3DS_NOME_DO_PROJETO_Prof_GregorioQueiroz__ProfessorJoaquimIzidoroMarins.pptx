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8288000" cy="10287000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Light" panose="00000400000000000000" pitchFamily="2" charset="0"/>
      <p:regular r:id="rId20"/>
      <p:bold r:id="rId21"/>
      <p:italic r:id="rId22"/>
      <p:boldItalic r:id="rId23"/>
    </p:embeddedFont>
    <p:embeddedFont>
      <p:font typeface="Montserrat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qxGDQRyKiekZcdJQWwnCL3m4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pr.heart.org/-/media/cpr-files/cpr-guidelines-files/highlights/hghlghts_2020eccguidelines_portuguese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pr.heart.org/-/media/cpr-files/cpr-guidelines-files/highlights/hghlghts_2020eccguidelines_portuguese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9cc295f3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9f9cc295f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American Heart Association -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https://cpr.heart.org/-/media/cpr-files/cpr-guidelines-files/highlights/hghlghts_2020eccguidelines_portuguese.pdf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9cc295f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9f9cc295f3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American Heart Association -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https://cpr.heart.org/-/media/cpr-files/cpr-guidelines-files/highlights/hghlghts_2020eccguidelines_portuguese.pdf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f9cc295f3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4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0" y="5154531"/>
            <a:ext cx="18288005" cy="5132485"/>
          </a:xfrm>
          <a:custGeom>
            <a:avLst/>
            <a:gdLst/>
            <a:ahLst/>
            <a:cxnLst/>
            <a:rect l="l" t="t" r="r" b="b"/>
            <a:pathLst>
              <a:path w="24384006" h="6843313" extrusionOk="0">
                <a:moveTo>
                  <a:pt x="0" y="0"/>
                </a:moveTo>
                <a:lnTo>
                  <a:pt x="24384006" y="0"/>
                </a:lnTo>
                <a:lnTo>
                  <a:pt x="24384006" y="6843313"/>
                </a:lnTo>
                <a:lnTo>
                  <a:pt x="0" y="6843313"/>
                </a:lnTo>
                <a:lnTo>
                  <a:pt x="0" y="0"/>
                </a:lnTo>
                <a:close/>
              </a:path>
            </a:pathLst>
          </a:custGeom>
          <a:solidFill>
            <a:srgbClr val="FF31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 rot="-2700000">
            <a:off x="9859612" y="-2816988"/>
            <a:ext cx="4563474" cy="7532621"/>
          </a:xfrm>
          <a:custGeom>
            <a:avLst/>
            <a:gdLst/>
            <a:ahLst/>
            <a:cxnLst/>
            <a:rect l="l" t="t" r="r" b="b"/>
            <a:pathLst>
              <a:path w="4163695" h="6872732" extrusionOk="0">
                <a:moveTo>
                  <a:pt x="4163695" y="6872732"/>
                </a:moveTo>
                <a:cubicBezTo>
                  <a:pt x="3960622" y="6872732"/>
                  <a:pt x="3960622" y="6872732"/>
                  <a:pt x="3960622" y="6872732"/>
                </a:cubicBezTo>
                <a:cubicBezTo>
                  <a:pt x="3960622" y="4746879"/>
                  <a:pt x="2234184" y="3014345"/>
                  <a:pt x="107950" y="3014345"/>
                </a:cubicBezTo>
                <a:cubicBezTo>
                  <a:pt x="6350" y="3014345"/>
                  <a:pt x="6350" y="3014345"/>
                  <a:pt x="6350" y="3014345"/>
                </a:cubicBezTo>
                <a:cubicBezTo>
                  <a:pt x="0" y="0"/>
                  <a:pt x="0" y="0"/>
                  <a:pt x="0" y="0"/>
                </a:cubicBezTo>
                <a:cubicBezTo>
                  <a:pt x="203073" y="0"/>
                  <a:pt x="203073" y="0"/>
                  <a:pt x="203073" y="0"/>
                </a:cubicBezTo>
                <a:cubicBezTo>
                  <a:pt x="209423" y="2817622"/>
                  <a:pt x="209423" y="2817622"/>
                  <a:pt x="209423" y="2817622"/>
                </a:cubicBezTo>
                <a:cubicBezTo>
                  <a:pt x="2399157" y="2868422"/>
                  <a:pt x="4163695" y="4670679"/>
                  <a:pt x="4163695" y="6872732"/>
                </a:cubicBezTo>
                <a:close/>
              </a:path>
            </a:pathLst>
          </a:custGeom>
          <a:solidFill>
            <a:srgbClr val="FF31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2700000">
            <a:off x="12093728" y="5592716"/>
            <a:ext cx="4578229" cy="7500328"/>
          </a:xfrm>
          <a:custGeom>
            <a:avLst/>
            <a:gdLst/>
            <a:ahLst/>
            <a:cxnLst/>
            <a:rect l="l" t="t" r="r" b="b"/>
            <a:pathLst>
              <a:path w="4177157" h="6843268" extrusionOk="0">
                <a:moveTo>
                  <a:pt x="3973957" y="6843268"/>
                </a:moveTo>
                <a:cubicBezTo>
                  <a:pt x="3961257" y="4062730"/>
                  <a:pt x="3961257" y="4062730"/>
                  <a:pt x="3961257" y="4062730"/>
                </a:cubicBezTo>
                <a:cubicBezTo>
                  <a:pt x="1771142" y="4005707"/>
                  <a:pt x="0" y="2209165"/>
                  <a:pt x="0" y="0"/>
                </a:cubicBezTo>
                <a:cubicBezTo>
                  <a:pt x="203200" y="0"/>
                  <a:pt x="203200" y="0"/>
                  <a:pt x="203200" y="0"/>
                </a:cubicBezTo>
                <a:cubicBezTo>
                  <a:pt x="203200" y="2126615"/>
                  <a:pt x="1936242" y="3859657"/>
                  <a:pt x="4062857" y="3859657"/>
                </a:cubicBezTo>
                <a:cubicBezTo>
                  <a:pt x="4164457" y="3859657"/>
                  <a:pt x="4164457" y="3859657"/>
                  <a:pt x="4164457" y="3859657"/>
                </a:cubicBezTo>
                <a:cubicBezTo>
                  <a:pt x="4177157" y="6836918"/>
                  <a:pt x="4177157" y="6836918"/>
                  <a:pt x="4177157" y="6836918"/>
                </a:cubicBezTo>
                <a:lnTo>
                  <a:pt x="3973957" y="68432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746131" y="1635611"/>
            <a:ext cx="7019829" cy="7015734"/>
          </a:xfrm>
          <a:custGeom>
            <a:avLst/>
            <a:gdLst/>
            <a:ahLst/>
            <a:cxnLst/>
            <a:rect l="l" t="t" r="r" b="b"/>
            <a:pathLst>
              <a:path w="9359773" h="9354312" extrusionOk="0">
                <a:moveTo>
                  <a:pt x="0" y="4677156"/>
                </a:moveTo>
                <a:cubicBezTo>
                  <a:pt x="0" y="2094103"/>
                  <a:pt x="2095246" y="0"/>
                  <a:pt x="4679823" y="0"/>
                </a:cubicBezTo>
                <a:cubicBezTo>
                  <a:pt x="7264400" y="0"/>
                  <a:pt x="9359773" y="2094103"/>
                  <a:pt x="9359773" y="4677156"/>
                </a:cubicBezTo>
                <a:cubicBezTo>
                  <a:pt x="9359773" y="7260209"/>
                  <a:pt x="7264527" y="9354312"/>
                  <a:pt x="4679823" y="9354312"/>
                </a:cubicBezTo>
                <a:cubicBezTo>
                  <a:pt x="2095119" y="9354312"/>
                  <a:pt x="0" y="7260336"/>
                  <a:pt x="0" y="46771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4475754" y="78891"/>
            <a:ext cx="3812246" cy="949809"/>
          </a:xfrm>
          <a:custGeom>
            <a:avLst/>
            <a:gdLst/>
            <a:ahLst/>
            <a:cxnLst/>
            <a:rect l="l" t="t" r="r" b="b"/>
            <a:pathLst>
              <a:path w="3812246" h="949809" extrusionOk="0">
                <a:moveTo>
                  <a:pt x="0" y="0"/>
                </a:moveTo>
                <a:lnTo>
                  <a:pt x="3812246" y="0"/>
                </a:lnTo>
                <a:lnTo>
                  <a:pt x="3812246" y="949809"/>
                </a:lnTo>
                <a:lnTo>
                  <a:pt x="0" y="949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0" y="9684665"/>
            <a:ext cx="1828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3000" b="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PEI E.E. Professor Joaquim Izidoro Marins | NOV/2025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5871" y="3402202"/>
            <a:ext cx="4140790" cy="14985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2227050" y="5817713"/>
            <a:ext cx="5980500" cy="2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 b="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3ºDS -  </a:t>
            </a:r>
            <a:r>
              <a:rPr lang="en-US" sz="4900" b="1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Desenvolvimento de Sistemas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5">
            <a:alphaModFix/>
          </a:blip>
          <a:srcRect b="29218"/>
          <a:stretch/>
        </p:blipFill>
        <p:spPr>
          <a:xfrm>
            <a:off x="10214212" y="2601650"/>
            <a:ext cx="6083650" cy="43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EBFE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1022125" y="2612600"/>
            <a:ext cx="14152244" cy="865810"/>
          </a:xfrm>
          <a:custGeom>
            <a:avLst/>
            <a:gdLst/>
            <a:ahLst/>
            <a:cxnLst/>
            <a:rect l="l" t="t" r="r" b="b"/>
            <a:pathLst>
              <a:path w="20074105" h="9620107" extrusionOk="0">
                <a:moveTo>
                  <a:pt x="0" y="0"/>
                </a:moveTo>
                <a:lnTo>
                  <a:pt x="20074105" y="0"/>
                </a:lnTo>
                <a:lnTo>
                  <a:pt x="20074105" y="9620107"/>
                </a:lnTo>
                <a:lnTo>
                  <a:pt x="0" y="9620107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563600" y="2305679"/>
            <a:ext cx="15160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NOME DO PROJETO</a:t>
            </a:r>
            <a:endParaRPr sz="8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3420262" y="8638108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4797" y="8731462"/>
            <a:ext cx="2265464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2951700" y="4712550"/>
            <a:ext cx="12384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SUBTITULO DO PROJETO</a:t>
            </a:r>
            <a:endParaRPr sz="5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2" descr="Forma, Ícone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 l="-412" t="3793" r="-602" b="-1333"/>
          <a:stretch/>
        </p:blipFill>
        <p:spPr>
          <a:xfrm>
            <a:off x="16964291" y="143800"/>
            <a:ext cx="1173519" cy="1125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569325" y="6172500"/>
            <a:ext cx="1036200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 b="1" i="0" u="none" strike="noStrike" cap="none" dirty="0">
                <a:solidFill>
                  <a:srgbClr val="FFFFFF"/>
                </a:solidFill>
                <a:latin typeface="Montserrat Light"/>
                <a:ea typeface="Calibri"/>
                <a:cs typeface="Calibri"/>
                <a:sym typeface="Montserrat Light"/>
              </a:rPr>
              <a:t>Feito </a:t>
            </a:r>
            <a:r>
              <a:rPr lang="en-US" sz="4900" b="1" u="sng" dirty="0">
                <a:solidFill>
                  <a:srgbClr val="FFFFFF"/>
                </a:solidFill>
                <a:latin typeface="Montserrat Light"/>
                <a:ea typeface="Calibri"/>
                <a:cs typeface="Calibri"/>
                <a:sym typeface="Montserrat Light"/>
              </a:rPr>
              <a:t>P</a:t>
            </a:r>
            <a:r>
              <a:rPr lang="en-US" sz="4900" b="1" i="0" u="sng" strike="noStrike" cap="none" dirty="0">
                <a:solidFill>
                  <a:srgbClr val="FFFFFF"/>
                </a:solidFill>
                <a:latin typeface="Montserrat Light"/>
                <a:ea typeface="Calibri"/>
                <a:cs typeface="Calibri"/>
                <a:sym typeface="Montserrat Light"/>
              </a:rPr>
              <a:t>or</a:t>
            </a:r>
            <a:r>
              <a:rPr lang="en-US" sz="4900" b="1" i="0" u="none" strike="noStrike" cap="none" dirty="0">
                <a:solidFill>
                  <a:srgbClr val="FFFFFF"/>
                </a:solidFill>
                <a:latin typeface="Montserrat Light"/>
                <a:ea typeface="Calibri"/>
                <a:cs typeface="Calibri"/>
                <a:sym typeface="Montserrat Light"/>
              </a:rPr>
              <a:t>: </a:t>
            </a:r>
            <a:br>
              <a:rPr lang="en-US" sz="4900" b="1" i="0" u="none" strike="noStrike" cap="none" dirty="0">
                <a:solidFill>
                  <a:srgbClr val="FFFFFF"/>
                </a:solidFill>
                <a:latin typeface="Montserrat Light"/>
                <a:ea typeface="Calibri"/>
                <a:cs typeface="Calibri"/>
                <a:sym typeface="Montserrat Light"/>
              </a:rPr>
            </a:br>
            <a:r>
              <a:rPr lang="en-US" sz="4900" b="1" i="0" u="none" strike="noStrike" cap="none" dirty="0">
                <a:solidFill>
                  <a:srgbClr val="FFFFFF"/>
                </a:solidFill>
                <a:latin typeface="Montserrat Light"/>
                <a:ea typeface="Calibri"/>
                <a:cs typeface="Calibri"/>
                <a:sym typeface="Montserrat Light"/>
              </a:rPr>
              <a:t>Carlos Eduardo Milan Ferreira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84850" y="8429850"/>
            <a:ext cx="1711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3000" b="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Professor Gregorio Queiroz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215251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29588" y="306414"/>
            <a:ext cx="16836900" cy="9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dirty="0">
                <a:solidFill>
                  <a:schemeClr val="dk1"/>
                </a:solidFill>
                <a:latin typeface="Montserrat SemiBold"/>
                <a:ea typeface="Montserrat"/>
                <a:cs typeface="Montserrat"/>
                <a:sym typeface="Montserrat SemiBold"/>
              </a:rPr>
              <a:t>Museu de jogos antigos</a:t>
            </a:r>
            <a:endParaRPr sz="36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4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300165" y="1640687"/>
            <a:ext cx="17687700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DESENVOLVIMENTO DE SISTEMAS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E.E. PROF. JOAQUIM IZIDORO MARINS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D.E. SOROCABA/SP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 err="1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Alunos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Carlos Eduardo Milan Ferreira</a:t>
            </a:r>
            <a:br>
              <a:rPr lang="en-US" sz="4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40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Professor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orientador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Gregorio de Almeida Queiroz</a:t>
            </a:r>
            <a:endParaRPr sz="3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" name="Google Shape;121;p4" descr="Código QR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24421" y="1744701"/>
            <a:ext cx="5138853" cy="513885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  <p:sp>
        <p:nvSpPr>
          <p:cNvPr id="122" name="Google Shape;122;p4"/>
          <p:cNvSpPr txBox="1"/>
          <p:nvPr/>
        </p:nvSpPr>
        <p:spPr>
          <a:xfrm>
            <a:off x="12324423" y="6883550"/>
            <a:ext cx="5139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GITHUB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2673391"/>
            <a:ext cx="15055578" cy="4968646"/>
          </a:xfrm>
          <a:custGeom>
            <a:avLst/>
            <a:gdLst/>
            <a:ahLst/>
            <a:cxnLst/>
            <a:rect l="l" t="t" r="r" b="b"/>
            <a:pathLst>
              <a:path w="20074105" h="9620107" extrusionOk="0">
                <a:moveTo>
                  <a:pt x="0" y="0"/>
                </a:moveTo>
                <a:lnTo>
                  <a:pt x="20074105" y="0"/>
                </a:lnTo>
                <a:lnTo>
                  <a:pt x="20074105" y="9620107"/>
                </a:lnTo>
                <a:lnTo>
                  <a:pt x="0" y="9620107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78317" y="4823265"/>
            <a:ext cx="1237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JUSTIFICATIVA</a:t>
            </a:r>
            <a:endParaRPr sz="6000" b="1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9" name="Google Shape;129;p5" descr="Ícone&#10;&#10;O conteúdo gerado por IA pode estar incorreto.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/>
        </p:nvSpPr>
        <p:spPr>
          <a:xfrm>
            <a:off x="129588" y="122021"/>
            <a:ext cx="12487364" cy="9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JUSTIFICATIVA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6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0" y="215251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29588" y="306414"/>
            <a:ext cx="16837006" cy="9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JUSTIFICATIVA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869688" y="2077412"/>
            <a:ext cx="165588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Eu escolhi o tema por gostar muito de jogos antigos.</a:t>
            </a:r>
            <a:endParaRPr sz="3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br>
              <a:rPr lang="pt-BR" sz="3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3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Sou muito Fan de jogos antigos, dentre os outras ideias de projeto foi a que eu mais me identifiquei.</a:t>
            </a:r>
            <a:endParaRPr sz="3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</a:pPr>
            <a:endParaRPr lang="en-US" sz="3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</a:pPr>
            <a:r>
              <a:rPr lang="pt-BR" sz="3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Eu gostaria de ter um site aonde qualquer pessoa poderia ver a historia do jogo sua empresa e seu console de lançamento.</a:t>
            </a:r>
            <a:endParaRPr sz="3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2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/>
          <p:nvPr/>
        </p:nvSpPr>
        <p:spPr>
          <a:xfrm>
            <a:off x="0" y="215251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129588" y="306414"/>
            <a:ext cx="16837006" cy="9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753705" y="1717220"/>
            <a:ext cx="164469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Desenvolver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aplicação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que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coloca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jogos antigos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como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amostra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para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pessoas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que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querem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relembrar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momentos</a:t>
            </a:r>
            <a: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inesqueciveis</a:t>
            </a:r>
            <a:br>
              <a:rPr lang="en-US" sz="3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3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7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0" y="215251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129588" y="306414"/>
            <a:ext cx="16836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Prints das telas - </a:t>
            </a:r>
            <a:r>
              <a:rPr lang="en-US" sz="5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Evoluções do </a:t>
            </a:r>
            <a:r>
              <a:rPr lang="en-US" sz="5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Projeto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2116E1-06F6-87D1-7507-302D7381F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40" y="1882589"/>
            <a:ext cx="4661551" cy="4935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3025DB3-9839-D870-042F-31F7FDF3EB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0143" y="5345206"/>
            <a:ext cx="6801799" cy="359142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F0D23D2-82C8-77F4-9590-4975C76581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2748" y="2195101"/>
            <a:ext cx="2705478" cy="589679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2BD0C7B-A028-5D78-0814-D8F22C94AA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0504" y="1625919"/>
            <a:ext cx="2896004" cy="3439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8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881566" y="2019811"/>
            <a:ext cx="16740343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aplicabilidade se encaixa no publico geral ou seja para todos que quiserem ter uma experiencia com jogos antigos </a:t>
            </a:r>
            <a:endParaRPr sz="66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0" y="215251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29588" y="306414"/>
            <a:ext cx="16837006" cy="968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APLICABILIDADE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9cc295f3_0_23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g39f9cc295f3_0_23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4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9f9cc295f3_0_23"/>
          <p:cNvSpPr txBox="1"/>
          <p:nvPr/>
        </p:nvSpPr>
        <p:spPr>
          <a:xfrm>
            <a:off x="881566" y="2019812"/>
            <a:ext cx="1647720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Dentro do meu site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um menu que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você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consegue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escolher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dentre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seleção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indicada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um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carrosel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que é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estilizado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pelo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Django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dentro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aba Django admin</a:t>
            </a:r>
            <a:b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Diferencial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é que voce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pequena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demostração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jogo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direto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no site.</a:t>
            </a:r>
            <a:endParaRPr sz="3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9f9cc295f3_0_23"/>
          <p:cNvSpPr/>
          <p:nvPr/>
        </p:nvSpPr>
        <p:spPr>
          <a:xfrm>
            <a:off x="0" y="215251"/>
            <a:ext cx="16744420" cy="1130193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9f9cc295f3_0_23"/>
          <p:cNvSpPr txBox="1"/>
          <p:nvPr/>
        </p:nvSpPr>
        <p:spPr>
          <a:xfrm>
            <a:off x="129588" y="306414"/>
            <a:ext cx="16836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Funcionalidades/Diferenciais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1" y="78773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20" y="189375"/>
            <a:ext cx="16740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RESULTADOS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35620" y="1346510"/>
            <a:ext cx="1703070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esperados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obtidos</a:t>
            </a:r>
            <a:endParaRPr lang="en-US" sz="3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lang="pt-BR" sz="3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Eu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gostaria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que meu site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tivesse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certa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visibilidade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entre as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pessoas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gosta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desses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jogos.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6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5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0" y="215251"/>
            <a:ext cx="16740343" cy="1130386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129588" y="306414"/>
            <a:ext cx="16836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DIFICULDADES E DESAFIOS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937335" y="2084616"/>
            <a:ext cx="158103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Meu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maior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desafio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foi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 Certeza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ajustar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configuraçoes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 Django </a:t>
            </a:r>
            <a:b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ajustar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algumas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especificações</a:t>
            </a:r>
            <a:r>
              <a:rPr lang="en-US" sz="3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f9cc295f3_0_32"/>
          <p:cNvSpPr/>
          <p:nvPr/>
        </p:nvSpPr>
        <p:spPr>
          <a:xfrm>
            <a:off x="13672748" y="9230647"/>
            <a:ext cx="4615252" cy="1149707"/>
          </a:xfrm>
          <a:custGeom>
            <a:avLst/>
            <a:gdLst/>
            <a:ahLst/>
            <a:cxnLst/>
            <a:rect l="l" t="t" r="r" b="b"/>
            <a:pathLst>
              <a:path w="4615252" h="1149707" extrusionOk="0">
                <a:moveTo>
                  <a:pt x="0" y="0"/>
                </a:moveTo>
                <a:lnTo>
                  <a:pt x="4615252" y="0"/>
                </a:lnTo>
                <a:lnTo>
                  <a:pt x="4615252" y="1149707"/>
                </a:lnTo>
                <a:lnTo>
                  <a:pt x="0" y="1149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g39f9cc295f3_0_32" descr="Fundo preto com letras vermelha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219" y="9345096"/>
            <a:ext cx="2265464" cy="8198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9f9cc295f3_0_3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30" name="Google Shape;230;g39f9cc295f3_0_32"/>
          <p:cNvSpPr/>
          <p:nvPr/>
        </p:nvSpPr>
        <p:spPr>
          <a:xfrm>
            <a:off x="0" y="215251"/>
            <a:ext cx="16744420" cy="1130193"/>
          </a:xfrm>
          <a:custGeom>
            <a:avLst/>
            <a:gdLst/>
            <a:ahLst/>
            <a:cxnLst/>
            <a:rect l="l" t="t" r="r" b="b"/>
            <a:pathLst>
              <a:path w="11352149" h="1662049" extrusionOk="0">
                <a:moveTo>
                  <a:pt x="0" y="0"/>
                </a:moveTo>
                <a:lnTo>
                  <a:pt x="11352149" y="0"/>
                </a:lnTo>
                <a:lnTo>
                  <a:pt x="11352149" y="1662049"/>
                </a:lnTo>
                <a:lnTo>
                  <a:pt x="0" y="1662049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9f9cc295f3_0_32"/>
          <p:cNvSpPr txBox="1"/>
          <p:nvPr/>
        </p:nvSpPr>
        <p:spPr>
          <a:xfrm>
            <a:off x="129588" y="306414"/>
            <a:ext cx="16836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REFERÊNCIAS </a:t>
            </a:r>
            <a:r>
              <a:rPr lang="en-US" sz="5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BIBLIOGRÁFICAS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g39f9cc295f3_0_32"/>
          <p:cNvSpPr txBox="1"/>
          <p:nvPr/>
        </p:nvSpPr>
        <p:spPr>
          <a:xfrm>
            <a:off x="1238850" y="1936698"/>
            <a:ext cx="158103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Sites e </a:t>
            </a:r>
            <a:r>
              <a:rPr lang="en-US" sz="2400" dirty="0" err="1">
                <a:solidFill>
                  <a:schemeClr val="dk1"/>
                </a:solidFill>
              </a:rPr>
              <a:t>pesquisas</a:t>
            </a:r>
            <a:r>
              <a:rPr lang="en-US" sz="2400" dirty="0">
                <a:solidFill>
                  <a:schemeClr val="dk1"/>
                </a:solidFill>
              </a:rPr>
              <a:t> que </a:t>
            </a:r>
            <a:r>
              <a:rPr lang="en-US" sz="2400" dirty="0" err="1">
                <a:solidFill>
                  <a:schemeClr val="dk1"/>
                </a:solidFill>
              </a:rPr>
              <a:t>auxiliaram</a:t>
            </a:r>
            <a:r>
              <a:rPr lang="en-US" sz="2400" dirty="0">
                <a:solidFill>
                  <a:schemeClr val="dk1"/>
                </a:solidFill>
              </a:rPr>
              <a:t> no </a:t>
            </a:r>
            <a:r>
              <a:rPr lang="en-US" sz="2400" dirty="0" err="1">
                <a:solidFill>
                  <a:schemeClr val="dk1"/>
                </a:solidFill>
              </a:rPr>
              <a:t>desenvolvimento</a:t>
            </a:r>
            <a:br>
              <a:rPr lang="en-US" sz="2400" dirty="0">
                <a:solidFill>
                  <a:schemeClr val="dk1"/>
                </a:solidFill>
              </a:rPr>
            </a:br>
            <a:br>
              <a:rPr lang="en-US" sz="2400" dirty="0">
                <a:solidFill>
                  <a:schemeClr val="dk1"/>
                </a:solidFill>
              </a:rPr>
            </a:br>
            <a:r>
              <a:rPr lang="en-US" sz="2400" dirty="0">
                <a:solidFill>
                  <a:schemeClr val="dk1"/>
                </a:solidFill>
              </a:rPr>
              <a:t>Steam</a:t>
            </a:r>
            <a:br>
              <a:rPr lang="en-US" sz="2400" dirty="0">
                <a:solidFill>
                  <a:schemeClr val="dk1"/>
                </a:solidFill>
              </a:rPr>
            </a:br>
            <a:r>
              <a:rPr lang="en-US" sz="2400" dirty="0">
                <a:solidFill>
                  <a:schemeClr val="dk1"/>
                </a:solidFill>
              </a:rPr>
              <a:t>Epic Games</a:t>
            </a:r>
            <a:br>
              <a:rPr lang="en-US" sz="2400" dirty="0">
                <a:solidFill>
                  <a:schemeClr val="dk1"/>
                </a:solidFill>
              </a:rPr>
            </a:br>
            <a:r>
              <a:rPr lang="en-US" sz="2400" dirty="0">
                <a:solidFill>
                  <a:schemeClr val="dk1"/>
                </a:solidFill>
              </a:rPr>
              <a:t>EA</a:t>
            </a:r>
            <a:endParaRPr sz="2000" b="0" i="0" u="none" strike="noStrike" cap="none" dirty="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EBFE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>
            <a:off x="1022131" y="2734351"/>
            <a:ext cx="14129353" cy="4893869"/>
          </a:xfrm>
          <a:custGeom>
            <a:avLst/>
            <a:gdLst/>
            <a:ahLst/>
            <a:cxnLst/>
            <a:rect l="l" t="t" r="r" b="b"/>
            <a:pathLst>
              <a:path w="20074105" h="9620107" extrusionOk="0">
                <a:moveTo>
                  <a:pt x="0" y="0"/>
                </a:moveTo>
                <a:lnTo>
                  <a:pt x="20074105" y="0"/>
                </a:lnTo>
                <a:lnTo>
                  <a:pt x="20074105" y="9620107"/>
                </a:lnTo>
                <a:lnTo>
                  <a:pt x="0" y="9620107"/>
                </a:lnTo>
                <a:close/>
              </a:path>
            </a:pathLst>
          </a:custGeom>
          <a:solidFill>
            <a:srgbClr val="A0EBF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5003" y="2252785"/>
            <a:ext cx="130188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MUSEU DE JOGOS ANTIGOS</a:t>
            </a:r>
            <a:endParaRPr sz="80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3" name="Google Shape;243;p31" descr="Forma, 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 l="-412" t="3793" r="-602" b="-1333"/>
          <a:stretch/>
        </p:blipFill>
        <p:spPr>
          <a:xfrm>
            <a:off x="16964291" y="143800"/>
            <a:ext cx="1173519" cy="112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 descr="Código QR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3058" y="7370332"/>
            <a:ext cx="1929782" cy="1698129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  <p:pic>
        <p:nvPicPr>
          <p:cNvPr id="1026" name="Picture 2" descr="Battle at the Illuminati Headquarters | Marvel Cinematic Universe Wiki |  Fandom">
            <a:extLst>
              <a:ext uri="{FF2B5EF4-FFF2-40B4-BE49-F238E27FC236}">
                <a16:creationId xmlns:a16="http://schemas.microsoft.com/office/drawing/2014/main" id="{FC8E3455-46B4-FA61-9BFD-B86E69AD6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3803" y="3025510"/>
            <a:ext cx="4235980" cy="423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349</Words>
  <Application>Microsoft Office PowerPoint</Application>
  <PresentationFormat>Personalizar</PresentationFormat>
  <Paragraphs>47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Montserrat Light</vt:lpstr>
      <vt:lpstr>Montserrat</vt:lpstr>
      <vt:lpstr>Calibri</vt:lpstr>
      <vt:lpstr>Arial</vt:lpstr>
      <vt:lpstr>Montserrat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Silvana Alves de Oliveira</dc:creator>
  <cp:lastModifiedBy>CARLOS EDUARDO MILAN FERREIRA</cp:lastModifiedBy>
  <cp:revision>1</cp:revision>
  <dcterms:created xsi:type="dcterms:W3CDTF">2006-08-16T00:00:00Z</dcterms:created>
  <dcterms:modified xsi:type="dcterms:W3CDTF">2025-11-18T22:58:02Z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0x0101007543A97A3A1ABE4F8FA74E007DFEBE96</vt:lpwstr>
  </property>
  <property fmtid="{D5CDD505-2E9C-101B-9397-08002B2CF9AE}" pid="3" name="MediaServiceImageTags">
    <vt:lpwstr/>
  </property>
</Properties>
</file>